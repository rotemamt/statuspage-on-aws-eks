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STATUS-PAGE ON AWS EKS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infrastructure for an open-source status dashboard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Rotem &amp; Roei  ·  Final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822960"/>
            <a:ext cx="256032" cy="256032"/>
          </a:xfrm>
          <a:prstGeom prst="ellipse">
            <a:avLst/>
          </a:prstGeom>
          <a:solidFill>
            <a:srgbClr val="2F9E6E"/>
          </a:solidFill>
          <a:ln/>
        </p:spPr>
      </p:sp>
      <p:sp>
        <p:nvSpPr>
          <p:cNvPr id="6" name="Shape 4"/>
          <p:cNvSpPr/>
          <p:nvPr/>
        </p:nvSpPr>
        <p:spPr>
          <a:xfrm>
            <a:off x="10469880" y="822960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0" y="822960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34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Status-Page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3774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uptime &amp; incident dashboard — open-source Django app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34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154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Scope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661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write the app's code — we built the production infrastructure that runs 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589520" y="19202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662672" y="219456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55480" y="19202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28632" y="219456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32918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662672" y="356616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Cache/Queue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555480" y="329184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28632" y="356616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STRATEGY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Kubernetes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14984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874520"/>
            <a:ext cx="10003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for this app's size — but it's what the industry tests for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VMs + systemd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337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Self-healing, moves pods automatically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3337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restart, 30s downtime per crash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scales replicas automatically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add a server by hand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Value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5074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technical interviews test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5074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differentiated on a resume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STRATEGY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 Control Plane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$73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control plane — AWS runs, patches, and backs it up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03120"/>
            <a:ext cx="7315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control plane, automatic — no HA to build ourselves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hour to stand up with Terraform, vs. days of kubeadm debugging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timeline can't absorb control-plane failures — self-managed risked eating a week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4712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472184"/>
            <a:ext cx="11100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 ·  10.0.0.0/16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CEEE1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8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" y="23545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53 + IGW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2286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0672" y="23545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:443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0" y="228600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59952" y="23545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(x1)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0" y="2624328"/>
            <a:ext cx="2743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1520" y="329184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E7EFF8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SUBNETS — EKS NODES (2 AZ)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703320"/>
            <a:ext cx="17830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384048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703320"/>
            <a:ext cx="17830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3512" y="384048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rq-worker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703320"/>
            <a:ext cx="17830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19472" y="384048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(x1)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03920" y="37033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77072" y="3840480"/>
            <a:ext cx="2505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S3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(static assets)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489204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937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SUBNETS — DATA (2 AZ, Multi-AZ)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530352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7552" y="5394960"/>
            <a:ext cx="259689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5797296"/>
            <a:ext cx="259689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standby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931920" y="530352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05072" y="5394960"/>
            <a:ext cx="259689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ElastiCache Redis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005072" y="5797296"/>
            <a:ext cx="259689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replica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49440" y="530352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022592" y="5440680"/>
            <a:ext cx="4059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 → ESO → pod (IRSA)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023360" y="2971800"/>
            <a:ext cx="9144" cy="320040"/>
          </a:xfrm>
          <a:prstGeom prst="line">
            <a:avLst/>
          </a:prstGeom>
          <a:noFill/>
          <a:ln w="25400">
            <a:solidFill>
              <a:srgbClr val="3B6EA5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194560" y="4526280"/>
            <a:ext cx="9144" cy="365760"/>
          </a:xfrm>
          <a:prstGeom prst="line">
            <a:avLst/>
          </a:prstGeom>
          <a:noFill/>
          <a:ln w="25400">
            <a:solidFill>
              <a:srgbClr val="2F9E6E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937760" y="4526280"/>
            <a:ext cx="9144" cy="365760"/>
          </a:xfrm>
          <a:prstGeom prst="line">
            <a:avLst/>
          </a:prstGeom>
          <a:noFill/>
          <a:ln w="25400">
            <a:solidFill>
              <a:srgbClr val="2F9E6E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83794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28600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CEEE1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2468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338328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7EFF8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56616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 — app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68680" y="448056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" y="46634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 —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08192" y="183794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228600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CEEE1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36792" y="2468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38328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7EFF8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36792" y="356616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 — app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448056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634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 — data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6035040"/>
            <a:ext cx="1078992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6080760"/>
            <a:ext cx="10643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NAT Gateway — saves ~$32/mo. Known single point of failure, accepted knowingly.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STRATEGY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Management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1498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03120"/>
            <a:ext cx="10003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Managed Node Groups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0058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predictable EC2 capacity — fits a $300 budget cleanly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 and Karpenter both solve scaling problems this project doesn't have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on EKS, nodes stay our responsibility — “managed” only covers the control plane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Managed, Multi-AZ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RDS PostgreSQL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389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Multi-AZ, automatic failover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is a mentor grading criterion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password auto-managed in Secrets Manager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92024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0350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ElastiCache Redis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74320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replica, automatic failover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Cluster-mode disabled — required for 2 DBs (queue + cache)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jobs survive a primary-node failure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Layers of Autoscaling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286000" y="2011680"/>
            <a:ext cx="7589520" cy="1097280"/>
          </a:xfrm>
          <a:prstGeom prst="roundRect">
            <a:avLst>
              <a:gd name="adj" fmla="val 6667"/>
            </a:avLst>
          </a:prstGeom>
          <a:solidFill>
            <a:srgbClr val="E7EFF8"/>
          </a:solidFill>
          <a:ln w="12700">
            <a:solidFill>
              <a:srgbClr val="3B6EA5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2560320" y="2148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2670048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pods · scale on CPU &gt; 70%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3108960"/>
            <a:ext cx="9144" cy="548640"/>
          </a:xfrm>
          <a:prstGeom prst="line">
            <a:avLst/>
          </a:prstGeom>
          <a:noFill/>
          <a:ln w="3175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286000" y="3657600"/>
            <a:ext cx="7589520" cy="109728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60320" y="37947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KEDA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4315968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rq-worker pods · scale on queue depth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0760" y="4754880"/>
            <a:ext cx="9144" cy="548640"/>
          </a:xfrm>
          <a:prstGeom prst="line">
            <a:avLst/>
          </a:prstGeom>
          <a:noFill/>
          <a:ln w="3175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286000" y="5303520"/>
            <a:ext cx="7589520" cy="1097280"/>
          </a:xfrm>
          <a:prstGeom prst="roundRect">
            <a:avLst>
              <a:gd name="adj" fmla="val 6667"/>
            </a:avLst>
          </a:prstGeom>
          <a:solidFill>
            <a:srgbClr val="E6F5EE"/>
          </a:solidFill>
          <a:ln w="12700">
            <a:solidFill>
              <a:srgbClr val="2F9E6E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560320" y="54406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 Autoscaler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5961888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nodes · scale when pods can't be scheduled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Caught in 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 Singleton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updates briefly run 2 copies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schedulers = every job fires twice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strategy: Recreate — old pod dies before new one starts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92024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0350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 Spread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74320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stopped all replicas landing on one node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topologySpreadConstraints across nodes + AZs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AZ failure no longer takes out every replica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during mentor review — fixed before build, not in production.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Secrets, Without Static Keys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2331720" cy="1188720"/>
          </a:xfrm>
          <a:prstGeom prst="roundRect">
            <a:avLst>
              <a:gd name="adj" fmla="val 615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324612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71800" y="352044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74720" y="2926080"/>
            <a:ext cx="2331720" cy="1188720"/>
          </a:xfrm>
          <a:prstGeom prst="roundRect">
            <a:avLst>
              <a:gd name="adj" fmla="val 6154"/>
            </a:avLst>
          </a:prstGeom>
          <a:solidFill>
            <a:srgbClr val="E7EFF8"/>
          </a:solidFill>
          <a:ln w="12700">
            <a:solidFill>
              <a:srgbClr val="3B6EA5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7872" y="324612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Operator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352044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09360" y="2926080"/>
            <a:ext cx="2331720" cy="1188720"/>
          </a:xfrm>
          <a:prstGeom prst="roundRect">
            <a:avLst>
              <a:gd name="adj" fmla="val 615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82512" y="324612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41080" y="352044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0" y="2926080"/>
            <a:ext cx="2331720" cy="1188720"/>
          </a:xfrm>
          <a:prstGeom prst="roundRect">
            <a:avLst>
              <a:gd name="adj" fmla="val 615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7152" y="324612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(env var)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572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— pod identity via OIDC, no long-lived AWS keys stored anywhere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 auto-rotates the RDS password → ESO re-syncs the K8s Secret automatically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228600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71800" y="256032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74720" y="20116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7872" y="228600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256032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09360" y="20116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82512" y="228600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41080" y="2560320"/>
            <a:ext cx="502920" cy="9144"/>
          </a:xfrm>
          <a:prstGeom prst="line">
            <a:avLst/>
          </a:prstGeom>
          <a:noFill/>
          <a:ln w="25400">
            <a:solidFill>
              <a:srgbClr val="5B6B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0" y="201168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17152" y="2286000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703320"/>
            <a:ext cx="10369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not Jenkins (another server to run), not Argo CD (overhead that doesn't pay off at this scale)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FCEEE1"/>
          </a:solidFill>
          <a:ln w="12700">
            <a:solidFill>
              <a:srgbClr val="E081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repo archived since Oct 2025 — no more security fixes coming.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scanning in this pipeline is exactly the mitigation for that gap.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Breakdown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2F5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751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975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$32/mo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5968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control plane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59689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$73/mo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2F5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nodes (2–4x t3.medium)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2186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~$60/mo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0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+ ElastiCache (Multi-AZ)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3840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~$75/mo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407408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2F5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6227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+ CloudFront/S3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4622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~$20/mo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863840" y="1920240"/>
            <a:ext cx="3749040" cy="3200400"/>
          </a:xfrm>
          <a:prstGeom prst="roundRect">
            <a:avLst>
              <a:gd name="adj" fmla="val 228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8638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~$260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200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/ month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4114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$300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— with room accounted for, not maxed out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Real Production 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0149840" cy="1143000"/>
          </a:xfrm>
          <a:prstGeom prst="roundRect">
            <a:avLst>
              <a:gd name="adj" fmla="val 6400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NAT Gateway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SPOF — real prod would run one per AZ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10149840" cy="1143000"/>
          </a:xfrm>
          <a:prstGeom prst="roundRect">
            <a:avLst>
              <a:gd name="adj" fmla="val 6400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GitOps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Push-deploy today; Argo CD earns its keep at team scale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10149840" cy="1143000"/>
          </a:xfrm>
          <a:prstGeom prst="roundRect">
            <a:avLst>
              <a:gd name="adj" fmla="val 6400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920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manual deploy steps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3492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fully automated end-to-end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830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production patterns — Multi-AZ, autoscaling, secrets rotation — on a $300 budget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15468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30632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built in from the network layer up, not bolted on afterward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43434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conscious decision at every layer — including when NOT to add complexity (Karpenter, Argo CD, GitOps)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2026-09-06T14:42:43Z</dcterms:created>
  <dcterms:modified xsi:type="dcterms:W3CDTF">2026-09-06T14:42:43Z</dcterms:modified>
</cp:coreProperties>
</file>