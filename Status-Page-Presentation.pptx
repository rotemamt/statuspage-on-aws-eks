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822960"/>
            <a:ext cx="256032" cy="256032"/>
          </a:xfrm>
          <a:prstGeom prst="ellipse">
            <a:avLst/>
          </a:prstGeom>
          <a:solidFill>
            <a:srgbClr val="2F9E6E"/>
          </a:solidFill>
          <a:ln/>
        </p:spPr>
      </p:sp>
      <p:sp>
        <p:nvSpPr>
          <p:cNvPr id="3" name="Shape 1"/>
          <p:cNvSpPr/>
          <p:nvPr/>
        </p:nvSpPr>
        <p:spPr>
          <a:xfrm>
            <a:off x="10469880" y="82296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82296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STATUS-PAGE ON AWS EKS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infrastructure for an open-source status dashboard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Rotem &amp; Roei  ·  Final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1671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Status-Page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6060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uptime &amp; incident dashboard — open-source Django 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749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7673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Scope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42062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write the app's code — we built the production infrastructure that runs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214884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54112" y="2148840"/>
            <a:ext cx="1636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0" y="214884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74352" y="2148840"/>
            <a:ext cx="1636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374904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54112" y="3749040"/>
            <a:ext cx="1636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Cache/Queue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01200" y="374904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74352" y="3749040"/>
            <a:ext cx="1636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Kubernetes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1498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this app's size — but it's what the industry tests for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VMs + systemd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0149840" cy="841248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38328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38328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Self-healing, moves pods automatically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38328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restart, 30s downtime per crash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1596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431596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scales replicas automatically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431596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add a server by hand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48656"/>
            <a:ext cx="10149840" cy="841248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24865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524865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technical interviews test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524865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differentiated on a resume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Control Plane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788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$73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control plane — AWS runs, patches, and backs it 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7315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0574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Multi-AZ, automatically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871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 spans AZs with no HA for us to build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337560"/>
            <a:ext cx="7315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34747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hour, not days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904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Stood up with Terraform, vs. days of kubeadm debugging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4754880"/>
            <a:ext cx="7315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4892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fixed timeline can't absorb it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53218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self-managed control-plane failure risked eating a week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463040"/>
            <a:ext cx="11100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·  10.0.0.0/16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0698480" cy="1234440"/>
          </a:xfrm>
          <a:prstGeom prst="roundRect">
            <a:avLst>
              <a:gd name="adj" fmla="val 4444"/>
            </a:avLst>
          </a:prstGeom>
          <a:solidFill>
            <a:srgbClr val="FCEEE1"/>
          </a:solidFill>
          <a:ln w="12700">
            <a:solidFill>
              <a:srgbClr val="E081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74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81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224028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+ IGW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22402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81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72384" y="224028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:443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0" y="224028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81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41664" y="224028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(x1)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578608"/>
            <a:ext cx="27432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" y="324612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E7EFF8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291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 — EKS NODES (2 AZ)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365760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" y="365760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365760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35224" y="365760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rq-worker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65760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01184" y="365760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(x1)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365760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81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58784" y="3730752"/>
            <a:ext cx="25420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S3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558784" y="4110228"/>
            <a:ext cx="254203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(static assets)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23360" y="2926080"/>
            <a:ext cx="0" cy="320040"/>
          </a:xfrm>
          <a:prstGeom prst="line">
            <a:avLst/>
          </a:prstGeom>
          <a:noFill/>
          <a:ln w="19050">
            <a:solidFill>
              <a:srgbClr val="3B6EA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1520" y="484632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E6F5E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 — DATA (2 AZ, Multi-AZ)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0" y="525780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9264" y="5330952"/>
            <a:ext cx="26334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" y="5710428"/>
            <a:ext cx="263347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standby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931920" y="525780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86784" y="5330952"/>
            <a:ext cx="26334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Redis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986784" y="5710428"/>
            <a:ext cx="263347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replica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49440" y="525780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04304" y="5257800"/>
            <a:ext cx="4096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→ ESO → pod (IRSA)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94560" y="4480560"/>
            <a:ext cx="0" cy="365760"/>
          </a:xfrm>
          <a:prstGeom prst="line">
            <a:avLst/>
          </a:prstGeom>
          <a:noFill/>
          <a:ln w="19050">
            <a:solidFill>
              <a:srgbClr val="2F9E6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937760" y="4480560"/>
            <a:ext cx="0" cy="365760"/>
          </a:xfrm>
          <a:prstGeom prst="line">
            <a:avLst/>
          </a:prstGeom>
          <a:noFill/>
          <a:ln w="19050">
            <a:solidFill>
              <a:srgbClr val="2F9E6E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82880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CEEE1"/>
          </a:solidFill>
          <a:ln w="12700">
            <a:solidFill>
              <a:srgbClr val="E081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286000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338328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E7EFF8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" y="3383280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—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448056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E6F5E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4480560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—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08192" y="182880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28600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CEEE1"/>
          </a:solidFill>
          <a:ln w="12700">
            <a:solidFill>
              <a:srgbClr val="E081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6792" y="2286000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E7EFF8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36792" y="3383280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— 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448056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E6F5E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36792" y="4480560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—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98932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989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NAT Gateway — saves ~$32/mo. Known single point of failure, accepted knowingly.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Management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Managed Node Groups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0149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278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Fixed, predictable capacity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9359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EC2 bill fits a $300 budget cleanly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42232"/>
            <a:ext cx="10149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15384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Fargate and Karpenter solve a problem we don't have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8114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answers to scale volatility this project never sees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29784"/>
            <a:ext cx="10149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02936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Nodes are still ours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68696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“Managed” on EKS covers the control plane, not the workers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Managed, Multi-AZ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E6F5E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RDS PostgreSQL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Multi-AZ, automatic failover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is a mentor grading criterion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password auto-managed in Secrets Manager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760720" y="192024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E6F5E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2194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ElastiCache Redis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8803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replica, automatic failover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Cluster-mode disabled — required for 2 DBs (queue + cache)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jobs survive a primary-node failure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492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in managed services, never inside a pod — so the pods stay disposable.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of Autoscaling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286000" y="1920240"/>
            <a:ext cx="7589520" cy="1143000"/>
          </a:xfrm>
          <a:prstGeom prst="roundRect">
            <a:avLst>
              <a:gd name="adj" fmla="val 6400"/>
            </a:avLst>
          </a:prstGeom>
          <a:solidFill>
            <a:srgbClr val="E7EFF8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60320" y="202996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54203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pods · scale on CPU &gt; 70%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3063240"/>
            <a:ext cx="0" cy="3200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86000" y="3383280"/>
            <a:ext cx="7589520" cy="1143000"/>
          </a:xfrm>
          <a:prstGeom prst="roundRect">
            <a:avLst>
              <a:gd name="adj" fmla="val 6400"/>
            </a:avLst>
          </a:prstGeom>
          <a:solidFill>
            <a:srgbClr val="FDF3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349300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KEDA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40050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rq-worker pods · scale on queue depth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4526280"/>
            <a:ext cx="0" cy="3200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86000" y="4846320"/>
            <a:ext cx="7589520" cy="1143000"/>
          </a:xfrm>
          <a:prstGeom prst="roundRect">
            <a:avLst>
              <a:gd name="adj" fmla="val 6400"/>
            </a:avLst>
          </a:prstGeom>
          <a:solidFill>
            <a:srgbClr val="E6F5E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495604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Autoscaler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546811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nodes · scale when pods can't be scheduled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Caught in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 Singleton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 briefly run 2 copies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schedulers = every job fires twice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strategy: Recreate — old pod dies before new one starts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760720" y="192024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2194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 Spread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8346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stopped all replicas landing on one node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topologySpreadConstraints across nodes + AZs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AZ failure no longer takes out every replica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492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during mentor review — fixed before build, not in production.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Secrets, Without Static Keys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377440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2971800"/>
            <a:ext cx="50292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74720" y="224028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7872" y="224028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Operator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440" y="2971800"/>
            <a:ext cx="50292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309360" y="237744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2377440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41080" y="2971800"/>
            <a:ext cx="50292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0" y="237744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17152" y="2377440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(env var)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767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moving part we run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— pod identity via OIDC, no long-lived AWS keys stored anywhere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auto-rotates the RDS password → ESO re-syncs the K8s Secret automatically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4406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in git. No AWS key in a pod. Nothing to rotate by hand.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01168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2560320"/>
            <a:ext cx="50292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74720" y="201168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7872" y="201168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2560320"/>
            <a:ext cx="50292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309360" y="201168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201168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41080" y="2560320"/>
            <a:ext cx="50292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0" y="201168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17152" y="201168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611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not Jenkins (another server to run), not Argo CD (overhead that doesn't pay off at this scale)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FCEEE1"/>
          </a:solidFill>
          <a:ln w="12700">
            <a:solidFill>
              <a:srgbClr val="E081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074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repo archived since Oct 2025 — no more security fixes coming.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4681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scanning in this pipeline is exactly the mitigation for that gap.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Breakdown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949440" cy="713232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92024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$32/mo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69494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3347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control plane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633472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$73/mo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6949440" cy="713232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34670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(2–4x t3.medium)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346704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~$60/mo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69494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05993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+ ElastiCache (Multi-AZ)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405993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~$75/mo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6949440" cy="713232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7731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CloudFront/S3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477316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~$20/mo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63840" y="192024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0" y="24688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~$260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/ month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$300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663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— with room accounted for, not maxed out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on RDS and ElastiCache roughly doubles the data-layer cost — that premium is the survival requirement, priced.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Traded, and Why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a reviewer will look for and not find. Each one is a decision with a number or a rule behind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1498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NAT Gateway, not one per AZ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</a:t>
            </a:r>
            <a:pPr indent="0" marL="0">
              <a:buNone/>
            </a:pPr>
            <a:r>
              <a:rPr lang="en-US" sz="120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NAT is ~$32/mo — 11% of the whole budget — to protect egress on a cluster carrying no production traffic.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900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real scale: </a:t>
            </a:r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AZ. The cost stops mattering the moment downtime does.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47872"/>
            <a:ext cx="101498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931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Push-deploy, not GitOps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0507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</a:t>
            </a:r>
            <a:pPr indent="0" marL="0">
              <a:buNone/>
            </a:pPr>
            <a:r>
              <a:rPr lang="en-US" sz="120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CD's value is drift detection and multi-team approval. Two people on one cluster have neither problem yet.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real scale: </a:t>
            </a:r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CD, once more people can deploy than can say what's deployed.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46904"/>
            <a:ext cx="101498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03834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apply stays manual — on purpose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0410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</a:t>
            </a:r>
            <a:pPr indent="0" marL="0">
              <a:buNone/>
            </a:pPr>
            <a:r>
              <a:rPr lang="en-US" sz="1200" dirty="0">
                <a:solidFill>
                  <a:srgbClr val="24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deploys are fully automated end-to-end. Infrastructure is not — a human approves any change to the VPC, database, or IAM.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78815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real scale: </a:t>
            </a:r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rule, enforced by a plan-and-approve gate in the pipeline instead of by a laptop.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7830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patterns — Multi-AZ, autoscaling, secrets rotation — on a $300 budget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063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built in from the network layer up, not bolted on afterward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conscious decision at every layer — including when NOT to add complexity (Karpenter, Argo CD, GitOps)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Status-Page on AWS EKS</dc:title>
  <dc:subject>PptxGenJS Presentation</dc:subject>
  <dc:creator>Rotem &amp; Roei</dc:creator>
  <cp:lastModifiedBy>Rotem &amp; Roei</cp:lastModifiedBy>
  <cp:revision>1</cp:revision>
  <dcterms:created xsi:type="dcterms:W3CDTF">2026-09-06T21:43:25Z</dcterms:created>
  <dcterms:modified xsi:type="dcterms:W3CDTF">2026-09-06T21:43:25Z</dcterms:modified>
</cp:coreProperties>
</file>